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457200"/>
            <a:ext cx="4572000" cy="4572000"/>
          </a:xfrm>
          <a:prstGeom prst="arc">
            <a:avLst/>
          </a:prstGeom>
          <a:solidFill>
            <a:srgbClr val="1E3A8A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arc">
            <a:avLst/>
          </a:prstGeom>
          <a:solidFill>
            <a:srgbClr val="155E75">
              <a:alpha val="5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SEERWEB 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143000"/>
            <a:ext cx="5715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Digitize Wholesale Ordering. Accelerate Sales. Control Every Order.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complete order management platform for dealers, retailers, sales executives, and admins.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360730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Sales Presentation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12848" y="352044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3607308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Client Demo Deck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29400" y="960120"/>
            <a:ext cx="4617720" cy="4343400"/>
          </a:xfrm>
          <a:prstGeom prst="roundRect">
            <a:avLst>
              <a:gd name="adj" fmla="val 126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93992" y="1124712"/>
            <a:ext cx="42885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207008"/>
            <a:ext cx="4160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Dashboard / Login Screenshot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85432" y="1645920"/>
            <a:ext cx="410565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2446020"/>
            <a:ext cx="41056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5432" y="3246120"/>
            <a:ext cx="410565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4046220"/>
            <a:ext cx="41056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53766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Hero product screenshot placement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434072" y="1927098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7224" y="199110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066172" y="323011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39324" y="329412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Company Branding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Position Seerweb as a reliable digital transformation partner.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Built for distribution businesses that need speed, visibility, and control across every order touchpoint.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95351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B2B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329184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Industry-focused OMS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278892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295351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Multi-role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329184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Dealer and retailer workflows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92440" y="278892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57032" y="295351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Scalable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7032" y="329184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Configurable for wholesale operations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Branding section: add company logo, brand colors, implementation credentials, support promise, and client-specific vertical messaging.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Project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single operating layer for catalog, orders, sales team, retailers, and reports.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63640" y="114300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28232" y="1307592"/>
            <a:ext cx="49286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89888"/>
            <a:ext cx="4800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Dealer 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19672" y="1828800"/>
            <a:ext cx="47457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606040"/>
            <a:ext cx="47457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3383280"/>
            <a:ext cx="47457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4160520"/>
            <a:ext cx="47457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54681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Real-time command center for dealer operations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196328" y="187452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93852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036558" y="3362706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9710" y="342671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0351008" y="4085539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4149547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5800" y="14173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Seerweb OMS centralizes product catalogs, customer ordering, sales executive activity, dealer operations, and order analytics.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256946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Dealer dashboard with revenue and order KPIs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00837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953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Retailer self-service portal for repeat orders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4472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3924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Sales executive workflow for field order capture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88620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831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Admin panel for platform-level dealer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The Business Problem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Wholesale order operations often break down before revenue can be captured.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4937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5544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Manual order taking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1984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Phone, WhatsApp, and paper entries slow teams down.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4937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5544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Order mistakes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1984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Wrong customer, quantity, size, or product data creates rework.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4937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35204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Low visibility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39502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Managers lack real-time order, revenue, and staff performance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3291840"/>
            <a:ext cx="4937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35204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Delayed follow-up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5392" y="39502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Retailers wait for updates and sales teams lose productive time.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The Solution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One connected platform that turns scattered order activity into a controlled sales engine.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4160520" cy="3337560"/>
          </a:xfrm>
          <a:prstGeom prst="roundRect">
            <a:avLst>
              <a:gd name="adj" fmla="val 164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490472"/>
            <a:ext cx="3831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7276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Product Experience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41832" y="2011680"/>
            <a:ext cx="364845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560320"/>
            <a:ext cx="36484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3108960"/>
            <a:ext cx="364845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3657600"/>
            <a:ext cx="36484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365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Dashboard + order + report collage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482242" y="187452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5394" y="193852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96082" y="3276295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9234" y="3340303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6400" y="114300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280160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1. Catalog setup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1892808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029968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Retailer onboarding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2642616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779776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3. Field order capture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3392424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529584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4. Order tracking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4142232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4279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5. Analytics &amp;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5257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Outcome: faster order capture, fewer mistakes, higher team productivity, and better management visibility.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Users &amp; Roles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Every user gets the right interface, permissions, and workflow.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423160" cy="352044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2563EB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828800"/>
            <a:ext cx="868680" cy="86868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077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Super Admin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Manage dealers and platform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423160" cy="352044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16A34A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828800"/>
            <a:ext cx="868680" cy="868680"/>
          </a:xfrm>
          <a:prstGeom prst="ellipse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9077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Dealer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429000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Manage products, retailers, staff, orders, settings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2423160" cy="352044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F59E0B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1828800"/>
            <a:ext cx="868680" cy="86868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9077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Sales Staff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429000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Create field orders and track customers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81160" y="1417320"/>
            <a:ext cx="2423160" cy="352044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7C3AE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0" y="1828800"/>
            <a:ext cx="868680" cy="86868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9077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Retailer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0" y="3429000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Browse products, place orders, track status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Role-Based Access &amp; Permissions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Control what each stakeholder can see and do.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1234440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1234440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46920" y="1234440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Retailer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627632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55648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Dealer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162763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1755648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162763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1755648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-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162763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1755648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-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46920" y="162763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0072" y="1755648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-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2194560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232257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Products &amp; Catalog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0" y="2194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9232" y="232257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-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66360" y="2194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32257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2194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232257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46920" y="2194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232257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Browse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" y="2761488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88950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Retailers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26080" y="276148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288950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-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66360" y="276148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9512" y="288950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0" y="276148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288950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Assigned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646920" y="276148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0072" y="288950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Own account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" y="3328416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345643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Orders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26080" y="332841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345643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Monitor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66360" y="332841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9512" y="345643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6640" y="332841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79792" y="345643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Create/View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46920" y="332841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0072" y="345643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Create/View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5800" y="3895344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" y="402336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Reports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926080" y="389534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9232" y="402336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Platform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166360" y="389534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9512" y="402336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Business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06640" y="389534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79792" y="402336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Own sales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46920" y="389534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20072" y="402336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Own orders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961120" y="475488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125712" y="4919472"/>
            <a:ext cx="186537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89720" y="500176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Sidebar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217152" y="5440680"/>
            <a:ext cx="16824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17152" y="5417820"/>
            <a:ext cx="16824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17152" y="5394960"/>
            <a:ext cx="16824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17152" y="5372100"/>
            <a:ext cx="16824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61120" y="5879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Role-specific navigation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End-to-End Workflow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From catalog setup to revenue visibility.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960120" cy="9601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401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Catalog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09928" y="2487168"/>
            <a:ext cx="45720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240280"/>
            <a:ext cx="960120" cy="9601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40280" y="3401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Retailers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84448" y="2487168"/>
            <a:ext cx="45720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240280"/>
            <a:ext cx="960120" cy="9601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3401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Order Capture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58968" y="2487168"/>
            <a:ext cx="45720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240280"/>
            <a:ext cx="960120" cy="9601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9320" y="3401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33488" y="2487168"/>
            <a:ext cx="45720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240280"/>
            <a:ext cx="960120" cy="9601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63840" y="3401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Status Tracking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08008" y="2487168"/>
            <a:ext cx="45720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240280"/>
            <a:ext cx="960120" cy="9601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05288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38360" y="3401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Analytics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1560" y="4983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Recommended demo flow: Login as Dealer → open Dashboard → Take Order → Checkout → review Orders/Reports → show Admin and Retailer portals.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Dealer Dashboard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Management visibility for orders, revenue, products, retailers, and staff.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6400800" cy="4434840"/>
          </a:xfrm>
          <a:prstGeom prst="roundRect">
            <a:avLst>
              <a:gd name="adj" fmla="val 123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307592"/>
            <a:ext cx="60716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Dealer Dashboard Screenshot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50392" y="1828800"/>
            <a:ext cx="58887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651760"/>
            <a:ext cx="58887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474720"/>
            <a:ext cx="58887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4297680"/>
            <a:ext cx="58887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6509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Real-time command center for dealer operations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627632" y="1999793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2063801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63824" y="1999793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2063801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00016" y="1999793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063801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84064" y="3862426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392643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43800" y="14721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Total Orders, Pending Orders, Total Revenue, Today's Orders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43800" y="191109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856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Orders and revenue over the last 7 days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23500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295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Order status and revenue-by-status charts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27889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734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Quick links to products, retailers, staff, and order creation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Product &amp; Catalog Management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Keep every product, price, image, and garment attribute under control.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029200" cy="3703320"/>
          </a:xfrm>
          <a:prstGeom prst="roundRect">
            <a:avLst>
              <a:gd name="adj" fmla="val 148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307592"/>
            <a:ext cx="47000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Manage Products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50392" y="1828800"/>
            <a:ext cx="45171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468880"/>
            <a:ext cx="45171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108960"/>
            <a:ext cx="45171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3749040"/>
            <a:ext cx="45171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Centralized catalog and inventory management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732788" y="206105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5940" y="212506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498848" y="2209190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27319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2514600" cy="164592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1307592"/>
            <a:ext cx="21854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8988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Add Product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36792" y="182880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195453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6792" y="208026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220599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8620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Fast product setup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8823960" y="1143000"/>
            <a:ext cx="2514600" cy="164592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88552" y="1307592"/>
            <a:ext cx="21854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138988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Size Settings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79992" y="182880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9992" y="195453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9992" y="208026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79992" y="2205990"/>
            <a:ext cx="20025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28620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Garment size-wise configuration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217920" y="339242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337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Product images, pricing, stock and brand/model details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83133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776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Garment catalog support with size and attribute settings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27024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2153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Custom fields for business-specific product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Smart Order Capture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Help field teams book accurate orders faster.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40680" y="1051560"/>
            <a:ext cx="5989320" cy="4617720"/>
          </a:xfrm>
          <a:prstGeom prst="roundRect">
            <a:avLst>
              <a:gd name="adj" fmla="val 118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05272" y="1216152"/>
            <a:ext cx="56601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298448"/>
            <a:ext cx="5532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Take Order Screen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96712" y="1737360"/>
            <a:ext cx="547725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96712" y="2606040"/>
            <a:ext cx="5477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3474720"/>
            <a:ext cx="547725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96712" y="4343400"/>
            <a:ext cx="5477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5742432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Fast order booking for sales teams and dealers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399886" y="1948586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038" y="201259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316468" y="287213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9620" y="293613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993478" y="425744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66630" y="432145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580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Built around the real sales flow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220370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148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Select retailer before order creation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26426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587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Search product catalog quickly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308152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0266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Add size-wise quantities into cart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52044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465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Place order with customer-linked totals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Voice-Assisted Ordering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Reduce friction when sales executives are on the move.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0" y="1234440"/>
            <a:ext cx="4343400" cy="3337560"/>
          </a:xfrm>
          <a:prstGeom prst="roundRect">
            <a:avLst>
              <a:gd name="adj" fmla="val 164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48272" y="1399032"/>
            <a:ext cx="40142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481328"/>
            <a:ext cx="388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Voice Mic / Fallback Modal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39712" y="1920240"/>
            <a:ext cx="38313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9712" y="2468880"/>
            <a:ext cx="38313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9712" y="3017520"/>
            <a:ext cx="383133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9712" y="3566160"/>
            <a:ext cx="383133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64515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Voice-assisted order entry placement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636508" y="261747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9660" y="268147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7240" y="14173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Field sales teams can spend less time typing and more time selling.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247802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23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Voice order hooks for product/quantity capture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620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Fallback modal when speech needs confirmation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35584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300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Designed for busy wholesale counters and field visits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Cart &amp; Checkout Experience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Prevent order leakage with customer-linked checkout and clear totals.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5577840" cy="4114800"/>
          </a:xfrm>
          <a:prstGeom prst="roundRect">
            <a:avLst>
              <a:gd name="adj" fmla="val 1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353312"/>
            <a:ext cx="524865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356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Cart / Checkout Screen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41832" y="1874520"/>
            <a:ext cx="506577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617470"/>
            <a:ext cx="506577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3360420"/>
            <a:ext cx="506577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4103370"/>
            <a:ext cx="506577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37667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Accurate customer-linked order confirmation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682496" y="1892808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95681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909621" y="3209544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2773" y="327355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0" y="444398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450799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903720" y="17007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6459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Retailer selection required for dealer/staff orders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13969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0848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Grouped products with variant and quantity controls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25786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52374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Summary panel with item count, total and checkout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Retailer Self-Service Portal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Let customers browse, order, and track status without manual follow-up.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926080" cy="4160520"/>
          </a:xfrm>
          <a:prstGeom prst="roundRect">
            <a:avLst>
              <a:gd name="adj" fmla="val 187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399032"/>
            <a:ext cx="259689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8132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Retailer 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87552" y="192024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67462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342900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418338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468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Retailer order status and quick actions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075688" y="2030882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09489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60520" y="1234440"/>
            <a:ext cx="2926080" cy="4160520"/>
          </a:xfrm>
          <a:prstGeom prst="roundRect">
            <a:avLst>
              <a:gd name="adj" fmla="val 187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25112" y="1399032"/>
            <a:ext cx="259689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48132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Product Browse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16552" y="192024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16552" y="267462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342900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418338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5468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Self-service product ordering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7589520" y="1234440"/>
            <a:ext cx="2926080" cy="4160520"/>
          </a:xfrm>
          <a:prstGeom prst="roundRect">
            <a:avLst>
              <a:gd name="adj" fmla="val 187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54112" y="1399032"/>
            <a:ext cx="259689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48132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Retailer Orders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45552" y="192024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45552" y="267462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45552" y="342900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45552" y="4183380"/>
            <a:ext cx="24140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5468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Order history and tracking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1234440" y="583387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Business value: retailers order anytime, while sales teams focus on growth accounts.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Staff Performance Dashboard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Give sales executives focus and give managers accountability.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257800" y="1051560"/>
            <a:ext cx="6080760" cy="4572000"/>
          </a:xfrm>
          <a:prstGeom prst="roundRect">
            <a:avLst>
              <a:gd name="adj" fmla="val 12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22392" y="1216152"/>
            <a:ext cx="575157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298448"/>
            <a:ext cx="5623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Staff 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513832" y="1737360"/>
            <a:ext cx="55686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13832" y="2594610"/>
            <a:ext cx="55686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13832" y="3451860"/>
            <a:ext cx="55686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13832" y="4309110"/>
            <a:ext cx="55686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569671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Sales executive performance and customer activity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233465" y="184708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6617" y="191109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908999" y="3447288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2151" y="351129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881921" y="440740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55073" y="447141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1520" y="156362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15087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Assigned customers and direct call/map actions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00253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19476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Today, monthly and all-time sales indicators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244144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3865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Top customers and recent orders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28803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8254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Sales report access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Admin Panel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Centralized platform control for dealer-led rollout.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937760" cy="3520440"/>
          </a:xfrm>
          <a:prstGeom prst="roundRect">
            <a:avLst>
              <a:gd name="adj" fmla="val 155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399032"/>
            <a:ext cx="460857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81328"/>
            <a:ext cx="4480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Super Admin 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41832" y="1920240"/>
            <a:ext cx="44256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514600"/>
            <a:ext cx="44256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3108960"/>
            <a:ext cx="44256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3703320"/>
            <a:ext cx="44256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828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Platform-level dealer monitoring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949501" y="2101291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2653" y="2165299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46520" y="1234440"/>
            <a:ext cx="4206240" cy="3520440"/>
          </a:xfrm>
          <a:prstGeom prst="roundRect">
            <a:avLst>
              <a:gd name="adj" fmla="val 155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1112" y="1399032"/>
            <a:ext cx="387705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48132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Manage Dealers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02552" y="1920240"/>
            <a:ext cx="369417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02552" y="2514600"/>
            <a:ext cx="369417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108960"/>
            <a:ext cx="369417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3703320"/>
            <a:ext cx="369417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828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Dealer account administration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482328" y="1960474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202448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60120" y="53949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Ideal for multi-dealer distribution networks that need controlled onboarding and centralized access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Reports &amp; Analytics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Turn order data into faster decisions.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0"/>
            <a:ext cx="5166360" cy="4251960"/>
          </a:xfrm>
          <a:prstGeom prst="roundRect">
            <a:avLst>
              <a:gd name="adj" fmla="val 129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36792" y="1261872"/>
            <a:ext cx="483717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44168"/>
            <a:ext cx="4709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Dashboard Charts / Sales Report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28232" y="1783080"/>
            <a:ext cx="46542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2560320"/>
            <a:ext cx="46542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337560"/>
            <a:ext cx="46542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4114800"/>
            <a:ext cx="46542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542239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Sales visibility across orders, revenue, and status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344918" y="289179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8070" y="295579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824771" y="3742182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7923" y="380619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31520" y="1371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Decision visibility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211226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057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Order and revenue trends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255117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496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Pending order alerts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29900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29352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Order status mix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3741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Top retailers by revenue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386791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813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Executive-level sales reports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Integrations &amp; Export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Fit naturally into existing finance, catalog, and reporting workflows.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2563EB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377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Seerweb OMS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2304288"/>
            <a:ext cx="50292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96596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6A34A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377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Tally / Accounting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86600" y="2304288"/>
            <a:ext cx="50292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96596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7C3AED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2377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PDF / Excel / Reports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94760" y="393192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59352" y="4096512"/>
            <a:ext cx="415137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417880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Tally / Export Button or Order Export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050792" y="4617720"/>
            <a:ext cx="39684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0792" y="4640580"/>
            <a:ext cx="39684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50792" y="4663440"/>
            <a:ext cx="396849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50792" y="4686300"/>
            <a:ext cx="39684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5239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Business-ready export workflow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005840" y="5440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Current hooks include Tally export support, API-driven order/product data, and PDF/catalog export capability.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Security, Reliability &amp; Technology Stack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Modern architecture with controlled access and scalable UI foundations.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4632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916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Security Controls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8992" y="23865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2331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JWT/token-based API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282549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2770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Role-based routing and protected dashboards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8992" y="32644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3209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Separate experiences for admin, dealer, staff, retailer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484632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916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1112" y="23865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331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React + TypeScript + Vite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11112" y="282549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2770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Tailwind CSS + shadcn/ui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1112" y="326440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3209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Recharts, React Query, Supabase 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1112" y="37033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36484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REST API integration with export utilities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457200"/>
            <a:ext cx="4572000" cy="4572000"/>
          </a:xfrm>
          <a:prstGeom prst="arc">
            <a:avLst/>
          </a:prstGeom>
          <a:solidFill>
            <a:srgbClr val="1E3A8A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arc">
            <a:avLst/>
          </a:prstGeom>
          <a:solidFill>
            <a:srgbClr val="155E75">
              <a:alpha val="5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Ready to modernize your order operations?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Seerweb OMS helps businesses save time, reduce order errors, improve staff productivity, and unlock real-time revenue visibility.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97180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Faster order capture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770632" y="297180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474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Less rework and manual follow-up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828032" y="297180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474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Better retailer service and sales focus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903720" y="960120"/>
            <a:ext cx="4526280" cy="3977640"/>
          </a:xfrm>
          <a:prstGeom prst="roundRect">
            <a:avLst>
              <a:gd name="adj" fmla="val 137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68312" y="1124712"/>
            <a:ext cx="419709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20700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Best Product Screenshot / Dashboard Collage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159752" y="1645920"/>
            <a:ext cx="40142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2354580"/>
            <a:ext cx="4014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752" y="3063240"/>
            <a:ext cx="4014216" cy="310896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9752" y="3771900"/>
            <a:ext cx="4014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501091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4748B"/>
                </a:solidFill>
              </a:rPr>
              <a:t>Closing product proof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780630" y="1835658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53782" y="189966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043770" y="3307385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16922" y="3371393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13232" y="4983480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480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 a Live Demo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58338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Contact: [Your Phone]  |  [Your Email]  |  [Website]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6519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Seerweb OMS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56848" y="6492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Seerweb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Seerweb OMS Sales Presentation</dc:title>
  <dc:subject>Seerweb OMS Sales Presentation</dc:subject>
  <dc:creator>Seerweb</dc:creator>
  <cp:lastModifiedBy>Seerweb</cp:lastModifiedBy>
  <cp:revision>1</cp:revision>
  <dcterms:created xsi:type="dcterms:W3CDTF">2026-06-04T07:20:22Z</dcterms:created>
  <dcterms:modified xsi:type="dcterms:W3CDTF">2026-06-04T07:20:22Z</dcterms:modified>
</cp:coreProperties>
</file>